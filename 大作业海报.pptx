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16813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2" userDrawn="1">
          <p15:clr>
            <a:srgbClr val="A4A3A4"/>
          </p15:clr>
        </p15:guide>
        <p15:guide id="2" pos="31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9"/>
    <p:restoredTop sz="94674"/>
  </p:normalViewPr>
  <p:slideViewPr>
    <p:cSldViewPr snapToGrid="0" snapToObjects="1">
      <p:cViewPr>
        <p:scale>
          <a:sx n="179" d="100"/>
          <a:sy n="179" d="100"/>
        </p:scale>
        <p:origin x="-3072" y="744"/>
      </p:cViewPr>
      <p:guideLst>
        <p:guide orient="horz" pos="2672"/>
        <p:guide pos="31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B3062-7A21-A649-8192-3591EE4B0A91}" type="datetimeFigureOut">
              <a:rPr kumimoji="1" lang="zh-CN" altLang="en-US" smtClean="0"/>
              <a:t>2026/1/1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52688" y="1143000"/>
            <a:ext cx="1952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42BE-AB67-F349-AD55-51798287B8B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30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A42BE-AB67-F349-AD55-51798287B8B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309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1685" y="2635911"/>
            <a:ext cx="8519055" cy="18188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3363" y="4808279"/>
            <a:ext cx="7015692" cy="21684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9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09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79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48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18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88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58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705" y="5452519"/>
            <a:ext cx="8519055" cy="1685252"/>
          </a:xfrm>
        </p:spPr>
        <p:txBody>
          <a:bodyPr anchor="t"/>
          <a:lstStyle>
            <a:lvl1pPr algn="l">
              <a:defRPr sz="411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1705" y="3596385"/>
            <a:ext cx="8519055" cy="1856135"/>
          </a:xfrm>
        </p:spPr>
        <p:txBody>
          <a:bodyPr anchor="b"/>
          <a:lstStyle>
            <a:lvl1pPr marL="0" indent="0">
              <a:buNone/>
              <a:defRPr sz="2055">
                <a:solidFill>
                  <a:schemeClr val="tx1">
                    <a:tint val="75000"/>
                  </a:schemeClr>
                </a:solidFill>
              </a:defRPr>
            </a:lvl1pPr>
            <a:lvl2pPr marL="469767" indent="0">
              <a:buNone/>
              <a:defRPr sz="1850">
                <a:solidFill>
                  <a:schemeClr val="tx1">
                    <a:tint val="75000"/>
                  </a:schemeClr>
                </a:solidFill>
              </a:defRPr>
            </a:lvl2pPr>
            <a:lvl3pPr marL="939534" indent="0">
              <a:buNone/>
              <a:defRPr sz="1644">
                <a:solidFill>
                  <a:schemeClr val="tx1">
                    <a:tint val="75000"/>
                  </a:schemeClr>
                </a:solidFill>
              </a:defRPr>
            </a:lvl3pPr>
            <a:lvl4pPr marL="1409300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4pPr>
            <a:lvl5pPr marL="1879067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5pPr>
            <a:lvl6pPr marL="2348834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6pPr>
            <a:lvl7pPr marL="2818603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7pPr>
            <a:lvl8pPr marL="328836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8pPr>
            <a:lvl9pPr marL="375813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125" y="1979883"/>
            <a:ext cx="4426567" cy="5599833"/>
          </a:xfrm>
        </p:spPr>
        <p:txBody>
          <a:bodyPr/>
          <a:lstStyle>
            <a:lvl1pPr>
              <a:defRPr sz="2877"/>
            </a:lvl1pPr>
            <a:lvl2pPr>
              <a:defRPr sz="2467"/>
            </a:lvl2pPr>
            <a:lvl3pPr>
              <a:defRPr sz="2055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4734" y="1979883"/>
            <a:ext cx="4426567" cy="5599833"/>
          </a:xfrm>
        </p:spPr>
        <p:txBody>
          <a:bodyPr/>
          <a:lstStyle>
            <a:lvl1pPr>
              <a:defRPr sz="2877"/>
            </a:lvl1pPr>
            <a:lvl2pPr>
              <a:defRPr sz="2467"/>
            </a:lvl2pPr>
            <a:lvl3pPr>
              <a:defRPr sz="2055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122" y="1899352"/>
            <a:ext cx="4428308" cy="791557"/>
          </a:xfrm>
        </p:spPr>
        <p:txBody>
          <a:bodyPr anchor="b"/>
          <a:lstStyle>
            <a:lvl1pPr marL="0" indent="0">
              <a:buNone/>
              <a:defRPr sz="2467" b="1"/>
            </a:lvl1pPr>
            <a:lvl2pPr marL="469767" indent="0">
              <a:buNone/>
              <a:defRPr sz="2055" b="1"/>
            </a:lvl2pPr>
            <a:lvl3pPr marL="939534" indent="0">
              <a:buNone/>
              <a:defRPr sz="1850" b="1"/>
            </a:lvl3pPr>
            <a:lvl4pPr marL="1409300" indent="0">
              <a:buNone/>
              <a:defRPr sz="1644" b="1"/>
            </a:lvl4pPr>
            <a:lvl5pPr marL="1879067" indent="0">
              <a:buNone/>
              <a:defRPr sz="1644" b="1"/>
            </a:lvl5pPr>
            <a:lvl6pPr marL="2348834" indent="0">
              <a:buNone/>
              <a:defRPr sz="1644" b="1"/>
            </a:lvl6pPr>
            <a:lvl7pPr marL="2818603" indent="0">
              <a:buNone/>
              <a:defRPr sz="1644" b="1"/>
            </a:lvl7pPr>
            <a:lvl8pPr marL="3288368" indent="0">
              <a:buNone/>
              <a:defRPr sz="1644" b="1"/>
            </a:lvl8pPr>
            <a:lvl9pPr marL="3758135" indent="0">
              <a:buNone/>
              <a:defRPr sz="16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22" y="2690911"/>
            <a:ext cx="4428308" cy="4888804"/>
          </a:xfrm>
        </p:spPr>
        <p:txBody>
          <a:bodyPr/>
          <a:lstStyle>
            <a:lvl1pPr>
              <a:defRPr sz="2467"/>
            </a:lvl1pPr>
            <a:lvl2pPr>
              <a:defRPr sz="2055"/>
            </a:lvl2pPr>
            <a:lvl3pPr>
              <a:defRPr sz="1850"/>
            </a:lvl3pPr>
            <a:lvl4pPr>
              <a:defRPr sz="1644"/>
            </a:lvl4pPr>
            <a:lvl5pPr>
              <a:defRPr sz="1644"/>
            </a:lvl5pPr>
            <a:lvl6pPr>
              <a:defRPr sz="1644"/>
            </a:lvl6pPr>
            <a:lvl7pPr>
              <a:defRPr sz="1644"/>
            </a:lvl7pPr>
            <a:lvl8pPr>
              <a:defRPr sz="1644"/>
            </a:lvl8pPr>
            <a:lvl9pPr>
              <a:defRPr sz="16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1250" y="1899352"/>
            <a:ext cx="4430048" cy="791557"/>
          </a:xfrm>
        </p:spPr>
        <p:txBody>
          <a:bodyPr anchor="b"/>
          <a:lstStyle>
            <a:lvl1pPr marL="0" indent="0">
              <a:buNone/>
              <a:defRPr sz="2467" b="1"/>
            </a:lvl1pPr>
            <a:lvl2pPr marL="469767" indent="0">
              <a:buNone/>
              <a:defRPr sz="2055" b="1"/>
            </a:lvl2pPr>
            <a:lvl3pPr marL="939534" indent="0">
              <a:buNone/>
              <a:defRPr sz="1850" b="1"/>
            </a:lvl3pPr>
            <a:lvl4pPr marL="1409300" indent="0">
              <a:buNone/>
              <a:defRPr sz="1644" b="1"/>
            </a:lvl4pPr>
            <a:lvl5pPr marL="1879067" indent="0">
              <a:buNone/>
              <a:defRPr sz="1644" b="1"/>
            </a:lvl5pPr>
            <a:lvl6pPr marL="2348834" indent="0">
              <a:buNone/>
              <a:defRPr sz="1644" b="1"/>
            </a:lvl6pPr>
            <a:lvl7pPr marL="2818603" indent="0">
              <a:buNone/>
              <a:defRPr sz="1644" b="1"/>
            </a:lvl7pPr>
            <a:lvl8pPr marL="3288368" indent="0">
              <a:buNone/>
              <a:defRPr sz="1644" b="1"/>
            </a:lvl8pPr>
            <a:lvl9pPr marL="3758135" indent="0">
              <a:buNone/>
              <a:defRPr sz="16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1250" y="2690911"/>
            <a:ext cx="4430048" cy="4888804"/>
          </a:xfrm>
        </p:spPr>
        <p:txBody>
          <a:bodyPr/>
          <a:lstStyle>
            <a:lvl1pPr>
              <a:defRPr sz="2467"/>
            </a:lvl1pPr>
            <a:lvl2pPr>
              <a:defRPr sz="2055"/>
            </a:lvl2pPr>
            <a:lvl3pPr>
              <a:defRPr sz="1850"/>
            </a:lvl3pPr>
            <a:lvl4pPr>
              <a:defRPr sz="1644"/>
            </a:lvl4pPr>
            <a:lvl5pPr>
              <a:defRPr sz="1644"/>
            </a:lvl5pPr>
            <a:lvl6pPr>
              <a:defRPr sz="1644"/>
            </a:lvl6pPr>
            <a:lvl7pPr>
              <a:defRPr sz="1644"/>
            </a:lvl7pPr>
            <a:lvl8pPr>
              <a:defRPr sz="1644"/>
            </a:lvl8pPr>
            <a:lvl9pPr>
              <a:defRPr sz="16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122" y="337836"/>
            <a:ext cx="3297306" cy="1437768"/>
          </a:xfrm>
        </p:spPr>
        <p:txBody>
          <a:bodyPr anchor="b"/>
          <a:lstStyle>
            <a:lvl1pPr algn="l">
              <a:defRPr sz="205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489" y="337841"/>
            <a:ext cx="5602811" cy="7241873"/>
          </a:xfrm>
        </p:spPr>
        <p:txBody>
          <a:bodyPr/>
          <a:lstStyle>
            <a:lvl1pPr>
              <a:defRPr sz="3288"/>
            </a:lvl1pPr>
            <a:lvl2pPr>
              <a:defRPr sz="2877"/>
            </a:lvl2pPr>
            <a:lvl3pPr>
              <a:defRPr sz="2467"/>
            </a:lvl3pPr>
            <a:lvl4pPr>
              <a:defRPr sz="2055"/>
            </a:lvl4pPr>
            <a:lvl5pPr>
              <a:defRPr sz="2055"/>
            </a:lvl5pPr>
            <a:lvl6pPr>
              <a:defRPr sz="2055"/>
            </a:lvl6pPr>
            <a:lvl7pPr>
              <a:defRPr sz="2055"/>
            </a:lvl7pPr>
            <a:lvl8pPr>
              <a:defRPr sz="2055"/>
            </a:lvl8pPr>
            <a:lvl9pPr>
              <a:defRPr sz="20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122" y="1775609"/>
            <a:ext cx="3297306" cy="5804105"/>
          </a:xfrm>
        </p:spPr>
        <p:txBody>
          <a:bodyPr/>
          <a:lstStyle>
            <a:lvl1pPr marL="0" indent="0">
              <a:buNone/>
              <a:defRPr sz="1438"/>
            </a:lvl1pPr>
            <a:lvl2pPr marL="469767" indent="0">
              <a:buNone/>
              <a:defRPr sz="1233"/>
            </a:lvl2pPr>
            <a:lvl3pPr marL="939534" indent="0">
              <a:buNone/>
              <a:defRPr sz="1027"/>
            </a:lvl3pPr>
            <a:lvl4pPr marL="1409300" indent="0">
              <a:buNone/>
              <a:defRPr sz="925"/>
            </a:lvl4pPr>
            <a:lvl5pPr marL="1879067" indent="0">
              <a:buNone/>
              <a:defRPr sz="925"/>
            </a:lvl5pPr>
            <a:lvl6pPr marL="2348834" indent="0">
              <a:buNone/>
              <a:defRPr sz="925"/>
            </a:lvl6pPr>
            <a:lvl7pPr marL="2818603" indent="0">
              <a:buNone/>
              <a:defRPr sz="925"/>
            </a:lvl7pPr>
            <a:lvl8pPr marL="3288368" indent="0">
              <a:buNone/>
              <a:defRPr sz="925"/>
            </a:lvl8pPr>
            <a:lvl9pPr marL="3758135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465" y="5939632"/>
            <a:ext cx="6013450" cy="701207"/>
          </a:xfrm>
        </p:spPr>
        <p:txBody>
          <a:bodyPr anchor="b"/>
          <a:lstStyle>
            <a:lvl1pPr algn="l">
              <a:defRPr sz="205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64465" y="758171"/>
            <a:ext cx="6013450" cy="5091113"/>
          </a:xfrm>
        </p:spPr>
        <p:txBody>
          <a:bodyPr/>
          <a:lstStyle>
            <a:lvl1pPr marL="0" indent="0">
              <a:buNone/>
              <a:defRPr sz="3288"/>
            </a:lvl1pPr>
            <a:lvl2pPr marL="469767" indent="0">
              <a:buNone/>
              <a:defRPr sz="2877"/>
            </a:lvl2pPr>
            <a:lvl3pPr marL="939534" indent="0">
              <a:buNone/>
              <a:defRPr sz="2467"/>
            </a:lvl3pPr>
            <a:lvl4pPr marL="1409300" indent="0">
              <a:buNone/>
              <a:defRPr sz="2055"/>
            </a:lvl4pPr>
            <a:lvl5pPr marL="1879067" indent="0">
              <a:buNone/>
              <a:defRPr sz="2055"/>
            </a:lvl5pPr>
            <a:lvl6pPr marL="2348834" indent="0">
              <a:buNone/>
              <a:defRPr sz="2055"/>
            </a:lvl6pPr>
            <a:lvl7pPr marL="2818603" indent="0">
              <a:buNone/>
              <a:defRPr sz="2055"/>
            </a:lvl7pPr>
            <a:lvl8pPr marL="3288368" indent="0">
              <a:buNone/>
              <a:defRPr sz="2055"/>
            </a:lvl8pPr>
            <a:lvl9pPr marL="3758135" indent="0">
              <a:buNone/>
              <a:defRPr sz="205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64465" y="6640844"/>
            <a:ext cx="6013450" cy="995830"/>
          </a:xfrm>
        </p:spPr>
        <p:txBody>
          <a:bodyPr/>
          <a:lstStyle>
            <a:lvl1pPr marL="0" indent="0">
              <a:buNone/>
              <a:defRPr sz="1438"/>
            </a:lvl1pPr>
            <a:lvl2pPr marL="469767" indent="0">
              <a:buNone/>
              <a:defRPr sz="1233"/>
            </a:lvl2pPr>
            <a:lvl3pPr marL="939534" indent="0">
              <a:buNone/>
              <a:defRPr sz="1027"/>
            </a:lvl3pPr>
            <a:lvl4pPr marL="1409300" indent="0">
              <a:buNone/>
              <a:defRPr sz="925"/>
            </a:lvl4pPr>
            <a:lvl5pPr marL="1879067" indent="0">
              <a:buNone/>
              <a:defRPr sz="925"/>
            </a:lvl5pPr>
            <a:lvl6pPr marL="2348834" indent="0">
              <a:buNone/>
              <a:defRPr sz="925"/>
            </a:lvl6pPr>
            <a:lvl7pPr marL="2818603" indent="0">
              <a:buNone/>
              <a:defRPr sz="925"/>
            </a:lvl7pPr>
            <a:lvl8pPr marL="3288368" indent="0">
              <a:buNone/>
              <a:defRPr sz="925"/>
            </a:lvl8pPr>
            <a:lvl9pPr marL="3758135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6256" y="339803"/>
            <a:ext cx="2255043" cy="72399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121" y="339803"/>
            <a:ext cx="6598092" cy="72399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121" y="339805"/>
            <a:ext cx="9020176" cy="1414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121" y="1979883"/>
            <a:ext cx="9020176" cy="5599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121" y="7864512"/>
            <a:ext cx="2338564" cy="451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4330" y="7864512"/>
            <a:ext cx="3173765" cy="451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82733" y="7864512"/>
            <a:ext cx="2338564" cy="451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9767" rtl="0" eaLnBrk="1" latinLnBrk="0" hangingPunct="1">
        <a:spcBef>
          <a:spcPct val="0"/>
        </a:spcBef>
        <a:buNone/>
        <a:defRPr sz="45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2326" indent="-352326" algn="l" defTabSz="469767" rtl="0" eaLnBrk="1" latinLnBrk="0" hangingPunct="1">
        <a:spcBef>
          <a:spcPct val="20000"/>
        </a:spcBef>
        <a:buFont typeface="Arial"/>
        <a:buChar char="•"/>
        <a:defRPr sz="3288" kern="1200">
          <a:solidFill>
            <a:schemeClr val="tx1"/>
          </a:solidFill>
          <a:latin typeface="+mn-lt"/>
          <a:ea typeface="+mn-ea"/>
          <a:cs typeface="+mn-cs"/>
        </a:defRPr>
      </a:lvl1pPr>
      <a:lvl2pPr marL="763371" indent="-293604" algn="l" defTabSz="469767" rtl="0" eaLnBrk="1" latinLnBrk="0" hangingPunct="1">
        <a:spcBef>
          <a:spcPct val="20000"/>
        </a:spcBef>
        <a:buFont typeface="Arial"/>
        <a:buChar char="–"/>
        <a:defRPr sz="2877" kern="1200">
          <a:solidFill>
            <a:schemeClr val="tx1"/>
          </a:solidFill>
          <a:latin typeface="+mn-lt"/>
          <a:ea typeface="+mn-ea"/>
          <a:cs typeface="+mn-cs"/>
        </a:defRPr>
      </a:lvl2pPr>
      <a:lvl3pPr marL="1174418" indent="-234884" algn="l" defTabSz="469767" rtl="0" eaLnBrk="1" latinLnBrk="0" hangingPunct="1">
        <a:spcBef>
          <a:spcPct val="20000"/>
        </a:spcBef>
        <a:buFont typeface="Arial"/>
        <a:buChar char="•"/>
        <a:defRPr sz="2467" kern="1200">
          <a:solidFill>
            <a:schemeClr val="tx1"/>
          </a:solidFill>
          <a:latin typeface="+mn-lt"/>
          <a:ea typeface="+mn-ea"/>
          <a:cs typeface="+mn-cs"/>
        </a:defRPr>
      </a:lvl3pPr>
      <a:lvl4pPr marL="1644185" indent="-234884" algn="l" defTabSz="469767" rtl="0" eaLnBrk="1" latinLnBrk="0" hangingPunct="1">
        <a:spcBef>
          <a:spcPct val="20000"/>
        </a:spcBef>
        <a:buFont typeface="Arial"/>
        <a:buChar char="–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113952" indent="-234884" algn="l" defTabSz="469767" rtl="0" eaLnBrk="1" latinLnBrk="0" hangingPunct="1">
        <a:spcBef>
          <a:spcPct val="20000"/>
        </a:spcBef>
        <a:buFont typeface="Arial"/>
        <a:buChar char="»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583718" indent="-234884" algn="l" defTabSz="469767" rtl="0" eaLnBrk="1" latinLnBrk="0" hangingPunct="1">
        <a:spcBef>
          <a:spcPct val="20000"/>
        </a:spcBef>
        <a:buFont typeface="Arial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053485" indent="-234884" algn="l" defTabSz="469767" rtl="0" eaLnBrk="1" latinLnBrk="0" hangingPunct="1">
        <a:spcBef>
          <a:spcPct val="20000"/>
        </a:spcBef>
        <a:buFont typeface="Arial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523252" indent="-234884" algn="l" defTabSz="469767" rtl="0" eaLnBrk="1" latinLnBrk="0" hangingPunct="1">
        <a:spcBef>
          <a:spcPct val="20000"/>
        </a:spcBef>
        <a:buFont typeface="Arial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3993019" indent="-234884" algn="l" defTabSz="469767" rtl="0" eaLnBrk="1" latinLnBrk="0" hangingPunct="1">
        <a:spcBef>
          <a:spcPct val="20000"/>
        </a:spcBef>
        <a:buFont typeface="Arial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1pPr>
      <a:lvl2pPr marL="469767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939534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09300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79067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5pPr>
      <a:lvl6pPr marL="2348834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6pPr>
      <a:lvl7pPr marL="2818603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7pPr>
      <a:lvl8pPr marL="3288368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8pPr>
      <a:lvl9pPr marL="3758135" algn="l" defTabSz="469767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54AA7061-FD32-4530-30D6-4F9ADE791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4576" y="-124994"/>
            <a:ext cx="8707318" cy="1212925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AE2518B1-F0E7-D532-4292-AEDD184C263E}"/>
              </a:ext>
            </a:extLst>
          </p:cNvPr>
          <p:cNvSpPr/>
          <p:nvPr/>
        </p:nvSpPr>
        <p:spPr>
          <a:xfrm>
            <a:off x="-2273746" y="-510984"/>
            <a:ext cx="10822306" cy="13581874"/>
          </a:xfrm>
          <a:prstGeom prst="rect">
            <a:avLst/>
          </a:prstGeom>
          <a:solidFill>
            <a:schemeClr val="tx1">
              <a:alpha val="6105"/>
            </a:schemeClr>
          </a:solidFill>
          <a:effectLst>
            <a:glow>
              <a:schemeClr val="accent1"/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71" dirty="0"/>
              <a:t>x</a:t>
            </a:r>
            <a:endParaRPr kumimoji="1" lang="zh-CN" altLang="en-US" sz="177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1D6E093A-384D-E98B-3523-B7354E56C7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2000"/>
          </a:blip>
          <a:stretch>
            <a:fillRect/>
          </a:stretch>
        </p:blipFill>
        <p:spPr>
          <a:xfrm>
            <a:off x="3481216" y="59868"/>
            <a:ext cx="3974995" cy="3986037"/>
          </a:xfrm>
          <a:prstGeom prst="rect">
            <a:avLst/>
          </a:prstGeom>
          <a:effectLst>
            <a:outerShdw blurRad="38100" dist="50800" dir="5400000" sx="100012" sy="100012" algn="ctr" rotWithShape="0">
              <a:srgbClr val="000000">
                <a:alpha val="22488"/>
              </a:srgbClr>
            </a:outerShdw>
          </a:effectLst>
        </p:spPr>
      </p:pic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D578D4E3-B12B-2448-367A-CDBEFF5C36AE}"/>
              </a:ext>
            </a:extLst>
          </p:cNvPr>
          <p:cNvSpPr/>
          <p:nvPr/>
        </p:nvSpPr>
        <p:spPr>
          <a:xfrm>
            <a:off x="179713" y="1610606"/>
            <a:ext cx="7163435" cy="816431"/>
          </a:xfrm>
          <a:prstGeom prst="roundRect">
            <a:avLst>
              <a:gd name="adj" fmla="val 17016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/>
          </a:p>
        </p:txBody>
      </p:sp>
      <p:sp>
        <p:nvSpPr>
          <p:cNvPr id="5" name="Rounded Rectangle 4"/>
          <p:cNvSpPr/>
          <p:nvPr/>
        </p:nvSpPr>
        <p:spPr>
          <a:xfrm>
            <a:off x="179713" y="153601"/>
            <a:ext cx="7163436" cy="1448273"/>
          </a:xfrm>
          <a:prstGeom prst="roundRect">
            <a:avLst>
              <a:gd name="adj" fmla="val 10338"/>
            </a:avLst>
          </a:prstGeom>
          <a:solidFill>
            <a:srgbClr val="FFFFFF">
              <a:alpha val="448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44" dirty="0"/>
              <a:t>  </a:t>
            </a:r>
            <a:endParaRPr sz="1644" dirty="0"/>
          </a:p>
        </p:txBody>
      </p:sp>
      <p:sp>
        <p:nvSpPr>
          <p:cNvPr id="9" name="Rounded Rectangle 8"/>
          <p:cNvSpPr/>
          <p:nvPr/>
        </p:nvSpPr>
        <p:spPr>
          <a:xfrm>
            <a:off x="176688" y="2435769"/>
            <a:ext cx="7163435" cy="1292311"/>
          </a:xfrm>
          <a:prstGeom prst="roundRect">
            <a:avLst>
              <a:gd name="adj" fmla="val 9488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 i="1" dirty="0"/>
          </a:p>
        </p:txBody>
      </p:sp>
      <p:sp>
        <p:nvSpPr>
          <p:cNvPr id="11" name="Rounded Rectangle 10"/>
          <p:cNvSpPr/>
          <p:nvPr/>
        </p:nvSpPr>
        <p:spPr>
          <a:xfrm>
            <a:off x="173665" y="10654283"/>
            <a:ext cx="7169483" cy="1096563"/>
          </a:xfrm>
          <a:prstGeom prst="roundRect">
            <a:avLst>
              <a:gd name="adj" fmla="val 12036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/>
          </a:p>
        </p:txBody>
      </p:sp>
      <p:sp>
        <p:nvSpPr>
          <p:cNvPr id="13" name="Rounded Rectangle 12"/>
          <p:cNvSpPr/>
          <p:nvPr/>
        </p:nvSpPr>
        <p:spPr>
          <a:xfrm>
            <a:off x="173665" y="3736320"/>
            <a:ext cx="7163434" cy="3986037"/>
          </a:xfrm>
          <a:prstGeom prst="roundRect">
            <a:avLst>
              <a:gd name="adj" fmla="val 3222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/>
          </a:p>
        </p:txBody>
      </p:sp>
      <p:sp>
        <p:nvSpPr>
          <p:cNvPr id="15" name="Rounded Rectangle 14"/>
          <p:cNvSpPr/>
          <p:nvPr/>
        </p:nvSpPr>
        <p:spPr>
          <a:xfrm>
            <a:off x="176688" y="7734358"/>
            <a:ext cx="7163433" cy="2911685"/>
          </a:xfrm>
          <a:prstGeom prst="roundRect">
            <a:avLst>
              <a:gd name="adj" fmla="val 5014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860903-2490-9B1D-C4E9-729AFDE0B205}"/>
              </a:ext>
            </a:extLst>
          </p:cNvPr>
          <p:cNvSpPr txBox="1"/>
          <p:nvPr/>
        </p:nvSpPr>
        <p:spPr>
          <a:xfrm>
            <a:off x="191071" y="1654262"/>
            <a:ext cx="7170702" cy="769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1771" b="1" dirty="0">
                <a:latin typeface="+mj-lt"/>
                <a:ea typeface="SimHei" panose="02010609060101010101" pitchFamily="49" charset="-122"/>
              </a:rPr>
              <a:t>项目题目简介</a:t>
            </a:r>
            <a:endParaRPr kumimoji="1" lang="en-US" altLang="zh-CN" sz="1771" b="1" dirty="0">
              <a:latin typeface="+mj-lt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sz="1100" dirty="0">
                <a:latin typeface="+mj-lt"/>
                <a:ea typeface="SimHei" panose="02010609060101010101" pitchFamily="49" charset="-122"/>
              </a:rPr>
              <a:t>本项目是</a:t>
            </a:r>
            <a:r>
              <a:rPr kumimoji="1" lang="en-US" altLang="zh-CN" sz="1100" dirty="0">
                <a:latin typeface="+mj-lt"/>
                <a:ea typeface="SimHei" panose="02010609060101010101" pitchFamily="49" charset="-122"/>
              </a:rPr>
              <a:t>2025</a:t>
            </a:r>
            <a:r>
              <a:rPr kumimoji="1" lang="zh-CN" altLang="en-US" sz="1100" dirty="0">
                <a:latin typeface="+mj-lt"/>
                <a:ea typeface="SimHei" panose="02010609060101010101" pitchFamily="49" charset="-122"/>
              </a:rPr>
              <a:t>年秋季高级程序设计课课程期末大作业。本项目以孔明棋游戏的实现为基础起点，通过</a:t>
            </a:r>
            <a:r>
              <a:rPr kumimoji="1" lang="en-US" altLang="zh-CN" sz="1100" dirty="0" err="1">
                <a:latin typeface="+mj-lt"/>
                <a:ea typeface="SimHei" panose="02010609060101010101" pitchFamily="49" charset="-122"/>
              </a:rPr>
              <a:t>c++</a:t>
            </a:r>
            <a:r>
              <a:rPr kumimoji="1" lang="zh-CN" altLang="en-US" sz="1100" dirty="0">
                <a:latin typeface="+mj-lt"/>
                <a:ea typeface="SimHei" panose="02010609060101010101" pitchFamily="49" charset="-122"/>
              </a:rPr>
              <a:t>语言实现更美观界面的实现并加入主题设计。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1BB0E8-55D7-D143-FA59-5D58BD0E1919}"/>
              </a:ext>
            </a:extLst>
          </p:cNvPr>
          <p:cNvSpPr txBox="1"/>
          <p:nvPr/>
        </p:nvSpPr>
        <p:spPr>
          <a:xfrm>
            <a:off x="173665" y="2495639"/>
            <a:ext cx="7163434" cy="115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1771" b="1" dirty="0">
                <a:latin typeface="SimHei" panose="02010609060101010101" pitchFamily="49" charset="-122"/>
                <a:ea typeface="SimHei" panose="02010609060101010101" pitchFamily="49" charset="-122"/>
              </a:rPr>
              <a:t>设计思路</a:t>
            </a:r>
            <a:endParaRPr kumimoji="1" lang="en-US" altLang="zh-CN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基本情况：使用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c++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语言，进行游戏全过程的模拟，不涉及任何算法，时间复杂度不超过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O(n^3)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级别，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n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为棋盘长宽，也即用户操作步骤；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代码架构：棋盘的存储使用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struct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实现，基本操作使用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class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实现，回退操作使用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stack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实现；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美化设计：使用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EasyX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图形化界面绘制，插入图片和渐黑效果实现。</a:t>
            </a:r>
            <a:endParaRPr kumimoji="1" lang="zh-CN" altLang="en-US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58B7DE-EFD7-863B-FCF8-D206AA719389}"/>
              </a:ext>
            </a:extLst>
          </p:cNvPr>
          <p:cNvSpPr txBox="1"/>
          <p:nvPr/>
        </p:nvSpPr>
        <p:spPr>
          <a:xfrm>
            <a:off x="179713" y="3793585"/>
            <a:ext cx="3520881" cy="115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1771" b="1" dirty="0">
                <a:latin typeface="SimHei" panose="02010609060101010101" pitchFamily="49" charset="-122"/>
                <a:ea typeface="SimHei" panose="02010609060101010101" pitchFamily="49" charset="-122"/>
              </a:rPr>
              <a:t>实现难点</a:t>
            </a:r>
            <a:endParaRPr kumimoji="1" lang="en-US" altLang="zh-CN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难以实现在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EasyX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原生函数下的画面渐黑效果。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图片插入透明部分被黑色部分代替，美观度下降。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鼠标点击和键盘输入无法同时读取，用户操作界面不易实现。</a:t>
            </a:r>
            <a:endParaRPr kumimoji="1" lang="en-US" altLang="zh-CN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5C4DE8-547E-6CF6-E311-C98E19A31C21}"/>
              </a:ext>
            </a:extLst>
          </p:cNvPr>
          <p:cNvSpPr txBox="1"/>
          <p:nvPr/>
        </p:nvSpPr>
        <p:spPr>
          <a:xfrm>
            <a:off x="3700594" y="3808494"/>
            <a:ext cx="3491202" cy="153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1771" b="1" dirty="0">
                <a:latin typeface="SimHei" panose="02010609060101010101" pitchFamily="49" charset="-122"/>
                <a:ea typeface="SimHei" panose="02010609060101010101" pitchFamily="49" charset="-122"/>
              </a:rPr>
              <a:t>难点解决方案</a:t>
            </a:r>
            <a:endParaRPr kumimoji="1" lang="en-US" altLang="zh-CN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画面渐黑效果首先读取屏幕画面，其次重复多次输出屏幕画面并通过逐渐透明的矩形覆盖实现。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无法通过原生函数实现对于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png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位图的透明效果，网络搜索之后使用“贝叶斯定理”对各点扫描计算颜色概率，实现透明化处理。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全部使用鼠标点按实现，操作界面插入按钮。</a:t>
            </a:r>
            <a:endParaRPr kumimoji="1" lang="zh-CN" altLang="en-US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0CAE38-05C8-1D08-895A-F8439ABB16C7}"/>
              </a:ext>
            </a:extLst>
          </p:cNvPr>
          <p:cNvSpPr txBox="1"/>
          <p:nvPr/>
        </p:nvSpPr>
        <p:spPr>
          <a:xfrm>
            <a:off x="163372" y="7730597"/>
            <a:ext cx="1983279" cy="15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1771" b="1" dirty="0">
                <a:latin typeface="SimHei" panose="02010609060101010101" pitchFamily="49" charset="-122"/>
                <a:ea typeface="SimHei" panose="02010609060101010101" pitchFamily="49" charset="-122"/>
              </a:rPr>
              <a:t>实现成果展示</a:t>
            </a:r>
            <a:endParaRPr kumimoji="1" lang="en-US" altLang="zh-CN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通过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EasyX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美化用户操作界面，实现了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《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无职转生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》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主题小游戏的制作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玩家通过游玩孔明棋小游戏，加入时间魔法的元素，一步一步打败最终的敌人，迎来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Happy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Ending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</a:t>
            </a:r>
            <a:endParaRPr kumimoji="1" lang="zh-CN" altLang="en-US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6F238A-0861-5D0D-0027-E6EA94CFC891}"/>
              </a:ext>
            </a:extLst>
          </p:cNvPr>
          <p:cNvSpPr txBox="1"/>
          <p:nvPr/>
        </p:nvSpPr>
        <p:spPr>
          <a:xfrm>
            <a:off x="1679788" y="194468"/>
            <a:ext cx="4643035" cy="75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165" b="1" dirty="0">
                <a:latin typeface="SimHei" panose="02010609060101010101" pitchFamily="49" charset="-122"/>
                <a:ea typeface="SimHei" panose="02010609060101010101" pitchFamily="49" charset="-122"/>
              </a:rPr>
              <a:t>高级语言程序设计（基础）</a:t>
            </a:r>
            <a:endParaRPr kumimoji="1" lang="en-US" altLang="zh-CN" sz="2165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165" b="1" dirty="0">
                <a:latin typeface="SimHei" panose="02010609060101010101" pitchFamily="49" charset="-122"/>
                <a:ea typeface="SimHei" panose="02010609060101010101" pitchFamily="49" charset="-122"/>
              </a:rPr>
              <a:t>项目作业展示</a:t>
            </a:r>
            <a:endParaRPr kumimoji="1" lang="en-US" altLang="zh-CN" sz="2165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D28E32-6070-9DEC-C401-2D58B2BB5EE3}"/>
              </a:ext>
            </a:extLst>
          </p:cNvPr>
          <p:cNvSpPr txBox="1"/>
          <p:nvPr/>
        </p:nvSpPr>
        <p:spPr>
          <a:xfrm>
            <a:off x="3477915" y="837434"/>
            <a:ext cx="3782618" cy="758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083" dirty="0">
                <a:latin typeface="SimHei" panose="02010609060101010101" pitchFamily="49" charset="-122"/>
                <a:ea typeface="SimHei" panose="02010609060101010101" pitchFamily="49" charset="-122"/>
              </a:rPr>
              <a:t>指导老师：龚晓亮</a:t>
            </a:r>
            <a:endParaRPr kumimoji="1" lang="en-US" altLang="zh-CN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r"/>
            <a:r>
              <a:rPr kumimoji="1" lang="zh-CN" altLang="en-US" sz="1083" dirty="0">
                <a:latin typeface="SimHei" panose="02010609060101010101" pitchFamily="49" charset="-122"/>
                <a:ea typeface="SimHei" panose="02010609060101010101" pitchFamily="49" charset="-122"/>
              </a:rPr>
              <a:t>学生姓名：谢沛延</a:t>
            </a:r>
            <a:endParaRPr kumimoji="1" lang="en-US" altLang="zh-CN" sz="1083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r"/>
            <a:r>
              <a:rPr kumimoji="1" lang="zh-CN" altLang="en-US" sz="1083" dirty="0">
                <a:latin typeface="SimHei" panose="02010609060101010101" pitchFamily="49" charset="-122"/>
                <a:ea typeface="SimHei" panose="02010609060101010101" pitchFamily="49" charset="-122"/>
              </a:rPr>
              <a:t>学号：</a:t>
            </a:r>
            <a:r>
              <a:rPr kumimoji="1" lang="en-US" altLang="zh-CN" sz="1083" dirty="0">
                <a:latin typeface="SimHei" panose="02010609060101010101" pitchFamily="49" charset="-122"/>
                <a:ea typeface="SimHei" panose="02010609060101010101" pitchFamily="49" charset="-122"/>
              </a:rPr>
              <a:t>2554067</a:t>
            </a:r>
          </a:p>
          <a:p>
            <a:pPr algn="r"/>
            <a:r>
              <a:rPr kumimoji="1" lang="zh-CN" altLang="en-US" sz="1083" dirty="0">
                <a:latin typeface="SimHei" panose="02010609060101010101" pitchFamily="49" charset="-122"/>
                <a:ea typeface="SimHei" panose="02010609060101010101" pitchFamily="49" charset="-122"/>
              </a:rPr>
              <a:t>联系方式：</a:t>
            </a:r>
            <a:r>
              <a:rPr kumimoji="1" lang="en-US" altLang="zh-CN" sz="1083" dirty="0">
                <a:latin typeface="Chalkboard SE" panose="03050602040202020205" pitchFamily="66" charset="0"/>
                <a:ea typeface="SimHei" panose="02010609060101010101" pitchFamily="49" charset="-122"/>
              </a:rPr>
              <a:t>2554067@tongji.edu.cn</a:t>
            </a:r>
            <a:endParaRPr kumimoji="1" lang="zh-CN" altLang="en-US" sz="1083" dirty="0">
              <a:latin typeface="Chalkboard SE" panose="03050602040202020205" pitchFamily="66" charset="0"/>
              <a:ea typeface="SimHei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74A3D2-C713-3485-3808-E4E4AFE12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287" y="5392552"/>
            <a:ext cx="3127816" cy="18869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0EE2E3-3F56-1823-0C6D-E9CF63199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71" y="4939824"/>
            <a:ext cx="3174951" cy="26802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5812F8F-04CD-627D-1A69-2EF8E3605085}"/>
              </a:ext>
            </a:extLst>
          </p:cNvPr>
          <p:cNvSpPr txBox="1"/>
          <p:nvPr/>
        </p:nvSpPr>
        <p:spPr>
          <a:xfrm>
            <a:off x="166399" y="9282273"/>
            <a:ext cx="7152074" cy="1629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kumimoji="1" lang="zh-CN" altLang="en-US" sz="1771" b="1" dirty="0">
                <a:latin typeface="SimHei" panose="02010609060101010101" pitchFamily="49" charset="-122"/>
                <a:ea typeface="SimHei" panose="02010609060101010101" pitchFamily="49" charset="-122"/>
              </a:rPr>
              <a:t>实现项目的心得</a:t>
            </a:r>
            <a:endParaRPr kumimoji="1" lang="en-US" altLang="zh-CN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3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一个全新的库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EasyX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的使用完全来自于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Doc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文档和网络搜索，教会了我在没有老师的带领下如何自学一个全新的事物。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3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函数在程序设计中的重要性，不单单是所有内容放到同一个函数中执行，封装好之后按照需求调用非常方便。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3000"/>
              </a:lnSpc>
            </a:pP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有些函数作用比较局限，无法实现的可能需要另辟蹊径，比如画面渐渐变黑的效果需要自己研究各个函数性质，组合起来实现总体效果</a:t>
            </a:r>
            <a:endParaRPr kumimoji="1" lang="en-US" altLang="zh-CN" sz="177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sz="1771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E29F862A-6CC5-92FE-6D9F-7DBDDD8BC7F5}"/>
              </a:ext>
            </a:extLst>
          </p:cNvPr>
          <p:cNvSpPr/>
          <p:nvPr/>
        </p:nvSpPr>
        <p:spPr>
          <a:xfrm>
            <a:off x="1379077" y="12249798"/>
            <a:ext cx="7169483" cy="995419"/>
          </a:xfrm>
          <a:prstGeom prst="roundRect">
            <a:avLst>
              <a:gd name="adj" fmla="val 7511"/>
            </a:avLst>
          </a:prstGeom>
          <a:solidFill>
            <a:srgbClr val="FFFF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44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DDE228-CC7E-A4C0-D5EE-731D8EC70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6940" y="7872721"/>
            <a:ext cx="2388587" cy="148816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73A0E51-E3E0-A91D-CE3E-1DF83A25EC8A}"/>
              </a:ext>
            </a:extLst>
          </p:cNvPr>
          <p:cNvSpPr txBox="1"/>
          <p:nvPr/>
        </p:nvSpPr>
        <p:spPr>
          <a:xfrm>
            <a:off x="173665" y="10701604"/>
            <a:ext cx="7188108" cy="124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kumimoji="1" lang="zh-CN" altLang="en-US" sz="1770" b="1" dirty="0">
                <a:latin typeface="SimHei" panose="02010609060101010101" pitchFamily="49" charset="-122"/>
                <a:ea typeface="SimHei" panose="02010609060101010101" pitchFamily="49" charset="-122"/>
              </a:rPr>
              <a:t>我与我的智慧助手</a:t>
            </a:r>
            <a:endParaRPr kumimoji="1" lang="en-US" altLang="zh-CN" sz="177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3000"/>
              </a:lnSpc>
            </a:pP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本次大作业中使用了部分网上已有的</a:t>
            </a:r>
            <a:r>
              <a:rPr kumimoji="1" lang="en-US" altLang="zh-CN" sz="1100" dirty="0" err="1">
                <a:latin typeface="SimHei" panose="02010609060101010101" pitchFamily="49" charset="-122"/>
                <a:ea typeface="SimHei" panose="02010609060101010101" pitchFamily="49" charset="-122"/>
              </a:rPr>
              <a:t>EasyX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成果，可以归功于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工具帮我检索网络资源方面，从而减轻了我上网查找的负担。在代码方面，我使用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工具辅助完成了部分功能的改进和完善，使其更加高效，整体代码框架、思路都来源于个人，没有使用</a:t>
            </a:r>
            <a:r>
              <a:rPr kumimoji="1" lang="en-US" altLang="zh-CN" sz="1100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  <a:r>
              <a:rPr kumimoji="1" lang="zh-CN" altLang="en-US" sz="1100">
                <a:latin typeface="SimHei" panose="02010609060101010101" pitchFamily="49" charset="-122"/>
                <a:ea typeface="SimHei" panose="02010609060101010101" pitchFamily="49" charset="-122"/>
              </a:rPr>
              <a:t>工具。</a:t>
            </a:r>
            <a:endParaRPr kumimoji="1" lang="en-US" altLang="zh-CN" sz="11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>
              <a:lnSpc>
                <a:spcPct val="113000"/>
              </a:lnSpc>
            </a:pPr>
            <a:endParaRPr kumimoji="1" lang="zh-CN" altLang="en-US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CF76CA6-C334-AF60-7015-83DCBA74A7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3691" y="7859009"/>
            <a:ext cx="2476842" cy="1501876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E8F4E82D-4837-E61C-6B4E-CC42D77011E0}"/>
              </a:ext>
            </a:extLst>
          </p:cNvPr>
          <p:cNvSpPr txBox="1"/>
          <p:nvPr/>
        </p:nvSpPr>
        <p:spPr>
          <a:xfrm>
            <a:off x="191071" y="1367779"/>
            <a:ext cx="1744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latin typeface="SimHei" panose="02010609060101010101" pitchFamily="49" charset="-122"/>
                <a:ea typeface="SimHei" panose="02010609060101010101" pitchFamily="49" charset="-122"/>
              </a:rPr>
              <a:t>我与我的代码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CCD7EE7-AFFF-5FA6-94C0-8F325FB65D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163" y="214441"/>
            <a:ext cx="1410961" cy="1162182"/>
          </a:xfrm>
          <a:prstGeom prst="roundRect">
            <a:avLst>
              <a:gd name="adj" fmla="val 1229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537</Words>
  <Application>Microsoft Macintosh PowerPoint</Application>
  <PresentationFormat>自定义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SimHei</vt:lpstr>
      <vt:lpstr>Arial</vt:lpstr>
      <vt:lpstr>Calibri</vt:lpstr>
      <vt:lpstr>Chalkboard SE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沛延 谢</cp:lastModifiedBy>
  <cp:revision>44</cp:revision>
  <dcterms:created xsi:type="dcterms:W3CDTF">2013-01-27T09:14:16Z</dcterms:created>
  <dcterms:modified xsi:type="dcterms:W3CDTF">2026-01-01T07:19:17Z</dcterms:modified>
  <cp:category/>
</cp:coreProperties>
</file>